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1" r:id="rId4"/>
    <p:sldId id="260" r:id="rId5"/>
    <p:sldId id="262" r:id="rId6"/>
    <p:sldId id="258" r:id="rId7"/>
    <p:sldId id="266" r:id="rId8"/>
    <p:sldId id="267" r:id="rId9"/>
    <p:sldId id="268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0E58-56E2-4FFD-987E-7915BC22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A54E1-B6C5-4D8D-8F57-D06F42B81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72128-58B8-4A0E-9A8E-F66AEE96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606AB-0B85-431A-B27C-9AC8F518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9A792-E603-4E4F-AB3C-A1B46676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6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90D34-0493-4C70-84D7-9D132606A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3FCB6-EA28-43DB-8EFF-1EC350175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81549-2C64-4593-94C4-F4D35F10C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CCD4C-28E3-4A6F-A9E1-62F9EEC5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5C159-D33F-4AC4-BAA4-8B6841CDF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2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CD57-EADC-47D1-9429-82944000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1B0A-640C-44B9-8DC3-2A7CB9636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1AF1F-918C-4157-BB41-578B29808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FF537-D1D9-496F-8A10-77AA57D1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17CEF-8907-47AF-AC3D-69971A67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70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6A2D-D809-48E1-B3B4-E973D02A9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F0943-4DF4-4280-9688-39469650A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B4B33-3F89-40D2-B6D0-5027FBE4F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455F7-B1D3-4FCB-B98D-7C035526C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15B1A-9874-4C73-B509-229102A3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7C510-4A79-44EF-94C4-62ED65949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3564-CCA0-4A11-946A-6B6A09A0D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74EC4-EE6C-495F-9E6A-1C25B74A5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7DEC4-6263-4A18-A814-CD018BC10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68B13-1300-4332-B28D-8B2EC26FC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6F6AE-867C-481E-80A4-8DACA325F4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56AF4F-D72B-4BE4-8324-F22A50852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2E09F7-4359-4F07-A1AF-80BD7BCB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654489-D703-43FB-BE9D-F1FE6CD3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7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439C-6DD8-4144-9A5A-B1EFE7D71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1EA13-32F6-47D9-8FDB-C0DC8C268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E0969-371B-41D7-BAAB-8E3DE208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65A91-78C0-47CA-9827-2FB5D862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6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D825E-64B7-4FD2-95D3-35DF2560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B4883-335D-4A56-B939-9FD8FA0DE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29C4F-4EE5-4BD6-BD06-218C0737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559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4E52-6BE6-4D75-8822-31E42959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93F50-B0F4-4416-922A-04A4C1E39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FE287-7C5E-4B05-A371-7F7F5BC0F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67734-8071-4695-81D9-87E03B956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2EFD1-2DE4-4047-96C5-DD3EAEB6A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BB7C3-F3DE-4A90-881F-A7800B76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6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5C12-1577-4060-B6DF-A8D48E1DA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2F7F0B-12F8-4BD3-90F1-660E62620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4E06F-9289-440F-A409-5E695CFE2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0308D-38AD-4F0E-A980-EDB7EBB9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23642-AAC8-4DB8-9886-0EC8B47D3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E3CC3-EB74-4E22-95B5-08D7B3C2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0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377C-FEB7-42E8-A020-CBF00666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4BFCF-1EC5-4C1A-A229-AD70533EC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056B4-4037-452D-BC00-7D8979B6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B38D6-B5F3-4ABB-B506-3EC4EA1F7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4F8CC-3C57-4DF9-8DD5-213AFFC1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3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79FE52-61BE-48E9-A427-EFB16C9A9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2C275-654B-40BF-A437-6338458AA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1F2B8-BE3E-4C35-AA24-18CB3E2D5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CA443-170F-43C9-B693-94A4536B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AB774-71F1-490D-856F-3F2AC377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4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A02AE0-FCC4-43F5-8C7D-9884F924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6DBCA-3B6B-4CCA-B2C5-7731A1FC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9FCC2-998A-4EDF-A710-3100857B9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4B989-0428-4C4C-8873-BE1138AE0BAB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D689F-50C0-4FA3-9F59-29D0C8102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C086-0E1D-4BA5-BA25-EC2EE8BA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3499E-BCE6-4523-95A9-18519D41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8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527D-D034-4A01-9054-3797C9E257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8: Student Enrollment Web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A0201-36A5-4084-882D-5913F9C26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40805"/>
          </a:xfrm>
        </p:spPr>
        <p:txBody>
          <a:bodyPr>
            <a:normAutofit/>
          </a:bodyPr>
          <a:lstStyle/>
          <a:p>
            <a:r>
              <a:rPr lang="en-US" dirty="0"/>
              <a:t>Worth 300 points (3 labs)</a:t>
            </a:r>
          </a:p>
          <a:p>
            <a:r>
              <a:rPr lang="en-US" dirty="0"/>
              <a:t>Work on it in project teams (3-4 people)</a:t>
            </a:r>
          </a:p>
          <a:p>
            <a:r>
              <a:rPr lang="en-US" dirty="0"/>
              <a:t>3</a:t>
            </a:r>
            <a:r>
              <a:rPr lang="en-US"/>
              <a:t> </a:t>
            </a:r>
            <a:r>
              <a:rPr lang="en-US" dirty="0"/>
              <a:t>weeks to work on it</a:t>
            </a:r>
          </a:p>
          <a:p>
            <a:r>
              <a:rPr lang="en-US" dirty="0"/>
              <a:t>Group presentation given in lab session</a:t>
            </a:r>
          </a:p>
        </p:txBody>
      </p:sp>
    </p:spTree>
    <p:extLst>
      <p:ext uri="{BB962C8B-B14F-4D97-AF65-F5344CB8AC3E}">
        <p14:creationId xmlns:p14="http://schemas.microsoft.com/office/powerpoint/2010/main" val="131674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B735-DFE0-44FB-9989-FF802EAB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a student I can…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230C-C4C2-46DC-93E9-973C91D5C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 in/out of app</a:t>
            </a:r>
          </a:p>
          <a:p>
            <a:r>
              <a:rPr lang="en-US" dirty="0"/>
              <a:t>See all my classes</a:t>
            </a:r>
          </a:p>
          <a:p>
            <a:r>
              <a:rPr lang="en-US" dirty="0"/>
              <a:t>See all classes offered by school</a:t>
            </a:r>
          </a:p>
          <a:p>
            <a:r>
              <a:rPr lang="en-US" dirty="0"/>
              <a:t>See number of students in class</a:t>
            </a:r>
          </a:p>
          <a:p>
            <a:r>
              <a:rPr lang="en-US" dirty="0"/>
              <a:t>Sign up for a new class (if the class has not reached capacity)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161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2D8FC5-B97B-4EFF-984F-7FFB42540408}"/>
              </a:ext>
            </a:extLst>
          </p:cNvPr>
          <p:cNvSpPr/>
          <p:nvPr/>
        </p:nvSpPr>
        <p:spPr>
          <a:xfrm>
            <a:off x="960412" y="948804"/>
            <a:ext cx="10486238" cy="5436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82DF3-538D-44F6-99FC-602BE25E3EF2}"/>
              </a:ext>
            </a:extLst>
          </p:cNvPr>
          <p:cNvSpPr txBox="1"/>
          <p:nvPr/>
        </p:nvSpPr>
        <p:spPr>
          <a:xfrm>
            <a:off x="5177405" y="1067186"/>
            <a:ext cx="2607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ACME University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51DE8C-68D9-4440-BA21-1519C0749516}"/>
              </a:ext>
            </a:extLst>
          </p:cNvPr>
          <p:cNvSpPr/>
          <p:nvPr/>
        </p:nvSpPr>
        <p:spPr>
          <a:xfrm>
            <a:off x="5603741" y="2701633"/>
            <a:ext cx="2533475" cy="394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cnorris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394C75-03F7-4029-9F7D-0361D0AB24A2}"/>
              </a:ext>
            </a:extLst>
          </p:cNvPr>
          <p:cNvSpPr/>
          <p:nvPr/>
        </p:nvSpPr>
        <p:spPr>
          <a:xfrm>
            <a:off x="5603742" y="3429000"/>
            <a:ext cx="2533475" cy="394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************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222A1-F61F-4719-8020-4D234E00DFD9}"/>
              </a:ext>
            </a:extLst>
          </p:cNvPr>
          <p:cNvSpPr txBox="1"/>
          <p:nvPr/>
        </p:nvSpPr>
        <p:spPr>
          <a:xfrm>
            <a:off x="4338765" y="2650321"/>
            <a:ext cx="10422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Username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9C8D00-8A33-43EF-AFE5-E9FCA75CECD7}"/>
              </a:ext>
            </a:extLst>
          </p:cNvPr>
          <p:cNvSpPr txBox="1"/>
          <p:nvPr/>
        </p:nvSpPr>
        <p:spPr>
          <a:xfrm>
            <a:off x="4338764" y="3429000"/>
            <a:ext cx="974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Password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4E9F46-BE92-4B63-AD1C-4BFA7CC9C82F}"/>
              </a:ext>
            </a:extLst>
          </p:cNvPr>
          <p:cNvSpPr/>
          <p:nvPr/>
        </p:nvSpPr>
        <p:spPr>
          <a:xfrm>
            <a:off x="4454554" y="4253218"/>
            <a:ext cx="3682662" cy="5232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in</a:t>
            </a:r>
          </a:p>
        </p:txBody>
      </p:sp>
    </p:spTree>
    <p:extLst>
      <p:ext uri="{BB962C8B-B14F-4D97-AF65-F5344CB8AC3E}">
        <p14:creationId xmlns:p14="http://schemas.microsoft.com/office/powerpoint/2010/main" val="3331704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2D8FC5-B97B-4EFF-984F-7FFB42540408}"/>
              </a:ext>
            </a:extLst>
          </p:cNvPr>
          <p:cNvSpPr/>
          <p:nvPr/>
        </p:nvSpPr>
        <p:spPr>
          <a:xfrm>
            <a:off x="1098958" y="939567"/>
            <a:ext cx="10486238" cy="5436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35569-C6FB-4254-9ACE-68520ABB97E6}"/>
              </a:ext>
            </a:extLst>
          </p:cNvPr>
          <p:cNvSpPr txBox="1"/>
          <p:nvPr/>
        </p:nvSpPr>
        <p:spPr>
          <a:xfrm>
            <a:off x="1291970" y="1078860"/>
            <a:ext cx="1817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Welcome Chuck!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82DF3-538D-44F6-99FC-602BE25E3EF2}"/>
              </a:ext>
            </a:extLst>
          </p:cNvPr>
          <p:cNvSpPr txBox="1"/>
          <p:nvPr/>
        </p:nvSpPr>
        <p:spPr>
          <a:xfrm>
            <a:off x="5177405" y="1067185"/>
            <a:ext cx="2607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ACME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FABD3-24F4-45D6-9667-4E0832A6E667}"/>
              </a:ext>
            </a:extLst>
          </p:cNvPr>
          <p:cNvSpPr txBox="1"/>
          <p:nvPr/>
        </p:nvSpPr>
        <p:spPr>
          <a:xfrm>
            <a:off x="10145347" y="1078860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Sign out</a:t>
            </a:r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2EDC48B-53B8-4D76-8B0F-90A3494A61C9}"/>
              </a:ext>
            </a:extLst>
          </p:cNvPr>
          <p:cNvSpPr/>
          <p:nvPr/>
        </p:nvSpPr>
        <p:spPr>
          <a:xfrm>
            <a:off x="1501629" y="1921080"/>
            <a:ext cx="9722841" cy="4160938"/>
          </a:xfrm>
          <a:prstGeom prst="round1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132FE-D2CC-4DC5-A72A-6B0AE015FDC7}"/>
              </a:ext>
            </a:extLst>
          </p:cNvPr>
          <p:cNvSpPr/>
          <p:nvPr/>
        </p:nvSpPr>
        <p:spPr>
          <a:xfrm>
            <a:off x="6333688" y="1921080"/>
            <a:ext cx="4890782" cy="5086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 Courses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A99488-B3EF-44BE-9509-C6D2C217C0F2}"/>
              </a:ext>
            </a:extLst>
          </p:cNvPr>
          <p:cNvSpPr/>
          <p:nvPr/>
        </p:nvSpPr>
        <p:spPr>
          <a:xfrm>
            <a:off x="1501630" y="1921079"/>
            <a:ext cx="4832058" cy="50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Your Courses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B34F2BA5-64E0-4590-8FC7-F9536AE44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51291"/>
              </p:ext>
            </p:extLst>
          </p:nvPr>
        </p:nvGraphicFramePr>
        <p:xfrm>
          <a:off x="2299049" y="3328642"/>
          <a:ext cx="8128000" cy="137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817093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790265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846411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78863534"/>
                    </a:ext>
                  </a:extLst>
                </a:gridCol>
              </a:tblGrid>
              <a:tr h="459744">
                <a:tc>
                  <a:txBody>
                    <a:bodyPr/>
                    <a:lstStyle/>
                    <a:p>
                      <a:r>
                        <a:rPr lang="en-US" dirty="0"/>
                        <a:t>Course Name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Students Enrolled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90386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121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Susan Walker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 11:00-11:50 AM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4953181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 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Ammon Hepworth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MWF 2:00-2:50 PM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7598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488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2D8FC5-B97B-4EFF-984F-7FFB42540408}"/>
              </a:ext>
            </a:extLst>
          </p:cNvPr>
          <p:cNvSpPr/>
          <p:nvPr/>
        </p:nvSpPr>
        <p:spPr>
          <a:xfrm>
            <a:off x="1098958" y="939567"/>
            <a:ext cx="10486238" cy="5436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35569-C6FB-4254-9ACE-68520ABB97E6}"/>
              </a:ext>
            </a:extLst>
          </p:cNvPr>
          <p:cNvSpPr txBox="1"/>
          <p:nvPr/>
        </p:nvSpPr>
        <p:spPr>
          <a:xfrm>
            <a:off x="1291970" y="1078860"/>
            <a:ext cx="1846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Welcome Mindy!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82DF3-538D-44F6-99FC-602BE25E3EF2}"/>
              </a:ext>
            </a:extLst>
          </p:cNvPr>
          <p:cNvSpPr txBox="1"/>
          <p:nvPr/>
        </p:nvSpPr>
        <p:spPr>
          <a:xfrm>
            <a:off x="5177405" y="1058311"/>
            <a:ext cx="2607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ACME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FABD3-24F4-45D6-9667-4E0832A6E667}"/>
              </a:ext>
            </a:extLst>
          </p:cNvPr>
          <p:cNvSpPr txBox="1"/>
          <p:nvPr/>
        </p:nvSpPr>
        <p:spPr>
          <a:xfrm>
            <a:off x="10145347" y="1078860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Sign out</a:t>
            </a:r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2EDC48B-53B8-4D76-8B0F-90A3494A61C9}"/>
              </a:ext>
            </a:extLst>
          </p:cNvPr>
          <p:cNvSpPr/>
          <p:nvPr/>
        </p:nvSpPr>
        <p:spPr>
          <a:xfrm>
            <a:off x="1501629" y="1921080"/>
            <a:ext cx="9722841" cy="4160938"/>
          </a:xfrm>
          <a:prstGeom prst="round1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132FE-D2CC-4DC5-A72A-6B0AE015FDC7}"/>
              </a:ext>
            </a:extLst>
          </p:cNvPr>
          <p:cNvSpPr/>
          <p:nvPr/>
        </p:nvSpPr>
        <p:spPr>
          <a:xfrm>
            <a:off x="6333688" y="1921080"/>
            <a:ext cx="4890782" cy="50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Add Courses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A99488-B3EF-44BE-9509-C6D2C217C0F2}"/>
              </a:ext>
            </a:extLst>
          </p:cNvPr>
          <p:cNvSpPr/>
          <p:nvPr/>
        </p:nvSpPr>
        <p:spPr>
          <a:xfrm>
            <a:off x="1501630" y="1921079"/>
            <a:ext cx="4832058" cy="5086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Your Courses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B34F2BA5-64E0-4590-8FC7-F9536AE44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034205"/>
              </p:ext>
            </p:extLst>
          </p:nvPr>
        </p:nvGraphicFramePr>
        <p:xfrm>
          <a:off x="2031999" y="2739384"/>
          <a:ext cx="8747855" cy="2479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432">
                  <a:extLst>
                    <a:ext uri="{9D8B030D-6E8A-4147-A177-3AD203B41FA5}">
                      <a16:colId xmlns:a16="http://schemas.microsoft.com/office/drawing/2014/main" val="781709334"/>
                    </a:ext>
                  </a:extLst>
                </a:gridCol>
                <a:gridCol w="1862356">
                  <a:extLst>
                    <a:ext uri="{9D8B030D-6E8A-4147-A177-3AD203B41FA5}">
                      <a16:colId xmlns:a16="http://schemas.microsoft.com/office/drawing/2014/main" val="3479026596"/>
                    </a:ext>
                  </a:extLst>
                </a:gridCol>
                <a:gridCol w="2276213">
                  <a:extLst>
                    <a:ext uri="{9D8B030D-6E8A-4147-A177-3AD203B41FA5}">
                      <a16:colId xmlns:a16="http://schemas.microsoft.com/office/drawing/2014/main" val="2984641161"/>
                    </a:ext>
                  </a:extLst>
                </a:gridCol>
                <a:gridCol w="1410283">
                  <a:extLst>
                    <a:ext uri="{9D8B030D-6E8A-4147-A177-3AD203B41FA5}">
                      <a16:colId xmlns:a16="http://schemas.microsoft.com/office/drawing/2014/main" val="3778863534"/>
                    </a:ext>
                  </a:extLst>
                </a:gridCol>
                <a:gridCol w="1749571">
                  <a:extLst>
                    <a:ext uri="{9D8B030D-6E8A-4147-A177-3AD203B41FA5}">
                      <a16:colId xmlns:a16="http://schemas.microsoft.com/office/drawing/2014/main" val="4267401129"/>
                    </a:ext>
                  </a:extLst>
                </a:gridCol>
              </a:tblGrid>
              <a:tr h="459744">
                <a:tc>
                  <a:txBody>
                    <a:bodyPr/>
                    <a:lstStyle/>
                    <a:p>
                      <a:r>
                        <a:rPr lang="en-US" dirty="0"/>
                        <a:t>Course Name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Students Enrolled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Add class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90386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Physics 121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Susan Walker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 11:00-11:50 AM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5/10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4953181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 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Ammon Hepworth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MWF 2:00-2:50 PM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7598529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Math 101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Ralph Jenkins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MWF 10:00-10:50 AM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7041810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 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Ammon Hepworth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 3:00-3:50 PM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95591992"/>
                  </a:ext>
                </a:extLst>
              </a:tr>
            </a:tbl>
          </a:graphicData>
        </a:graphic>
      </p:graphicFrame>
      <p:sp>
        <p:nvSpPr>
          <p:cNvPr id="12" name="Cross 11">
            <a:extLst>
              <a:ext uri="{FF2B5EF4-FFF2-40B4-BE49-F238E27FC236}">
                <a16:creationId xmlns:a16="http://schemas.microsoft.com/office/drawing/2014/main" id="{08340298-77B9-469C-9E64-7DB9DF80123D}"/>
              </a:ext>
            </a:extLst>
          </p:cNvPr>
          <p:cNvSpPr/>
          <p:nvPr/>
        </p:nvSpPr>
        <p:spPr>
          <a:xfrm>
            <a:off x="9640348" y="4351907"/>
            <a:ext cx="334161" cy="335095"/>
          </a:xfrm>
          <a:prstGeom prst="plus">
            <a:avLst>
              <a:gd name="adj" fmla="val 37857"/>
            </a:avLst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inus Sign 2">
            <a:extLst>
              <a:ext uri="{FF2B5EF4-FFF2-40B4-BE49-F238E27FC236}">
                <a16:creationId xmlns:a16="http://schemas.microsoft.com/office/drawing/2014/main" id="{979B0779-9B06-4632-90D2-00D21E0FA6F1}"/>
              </a:ext>
            </a:extLst>
          </p:cNvPr>
          <p:cNvSpPr/>
          <p:nvPr/>
        </p:nvSpPr>
        <p:spPr>
          <a:xfrm>
            <a:off x="9519641" y="3411218"/>
            <a:ext cx="543419" cy="400543"/>
          </a:xfrm>
          <a:prstGeom prst="mathMinus">
            <a:avLst/>
          </a:prstGeom>
          <a:solidFill>
            <a:srgbClr val="FF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inus Sign 14">
            <a:extLst>
              <a:ext uri="{FF2B5EF4-FFF2-40B4-BE49-F238E27FC236}">
                <a16:creationId xmlns:a16="http://schemas.microsoft.com/office/drawing/2014/main" id="{97331C97-6140-4ADA-A436-A5BA7CF8FDFC}"/>
              </a:ext>
            </a:extLst>
          </p:cNvPr>
          <p:cNvSpPr/>
          <p:nvPr/>
        </p:nvSpPr>
        <p:spPr>
          <a:xfrm>
            <a:off x="9519641" y="3877208"/>
            <a:ext cx="543419" cy="400543"/>
          </a:xfrm>
          <a:prstGeom prst="mathMinus">
            <a:avLst/>
          </a:prstGeom>
          <a:solidFill>
            <a:srgbClr val="FF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inus Sign 15">
            <a:extLst>
              <a:ext uri="{FF2B5EF4-FFF2-40B4-BE49-F238E27FC236}">
                <a16:creationId xmlns:a16="http://schemas.microsoft.com/office/drawing/2014/main" id="{B67C1B1B-81F9-44E3-AE91-A40BDC9D6AEB}"/>
              </a:ext>
            </a:extLst>
          </p:cNvPr>
          <p:cNvSpPr/>
          <p:nvPr/>
        </p:nvSpPr>
        <p:spPr>
          <a:xfrm>
            <a:off x="9519641" y="4817897"/>
            <a:ext cx="543419" cy="400543"/>
          </a:xfrm>
          <a:prstGeom prst="mathMinus">
            <a:avLst/>
          </a:prstGeom>
          <a:solidFill>
            <a:srgbClr val="FF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14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B735-DFE0-44FB-9989-FF802EAB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a teacher I can…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7230C-C4C2-46DC-93E9-973C91D5C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 in/out of app</a:t>
            </a:r>
          </a:p>
          <a:p>
            <a:r>
              <a:rPr lang="en-US" dirty="0"/>
              <a:t>See my classes I teach</a:t>
            </a:r>
          </a:p>
          <a:p>
            <a:r>
              <a:rPr lang="en-US" dirty="0"/>
              <a:t>See all the students enrolled in each class and their grades</a:t>
            </a:r>
          </a:p>
          <a:p>
            <a:r>
              <a:rPr lang="en-US" dirty="0"/>
              <a:t>Edit a grade for a student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02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2D8FC5-B97B-4EFF-984F-7FFB42540408}"/>
              </a:ext>
            </a:extLst>
          </p:cNvPr>
          <p:cNvSpPr/>
          <p:nvPr/>
        </p:nvSpPr>
        <p:spPr>
          <a:xfrm>
            <a:off x="1098958" y="939567"/>
            <a:ext cx="10486238" cy="5436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82DF3-538D-44F6-99FC-602BE25E3EF2}"/>
              </a:ext>
            </a:extLst>
          </p:cNvPr>
          <p:cNvSpPr txBox="1"/>
          <p:nvPr/>
        </p:nvSpPr>
        <p:spPr>
          <a:xfrm>
            <a:off x="5177405" y="978409"/>
            <a:ext cx="2607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ACME University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51DE8C-68D9-4440-BA21-1519C0749516}"/>
              </a:ext>
            </a:extLst>
          </p:cNvPr>
          <p:cNvSpPr/>
          <p:nvPr/>
        </p:nvSpPr>
        <p:spPr>
          <a:xfrm>
            <a:off x="5603741" y="2701633"/>
            <a:ext cx="2533475" cy="394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ahepworth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394C75-03F7-4029-9F7D-0361D0AB24A2}"/>
              </a:ext>
            </a:extLst>
          </p:cNvPr>
          <p:cNvSpPr/>
          <p:nvPr/>
        </p:nvSpPr>
        <p:spPr>
          <a:xfrm>
            <a:off x="5603742" y="3429000"/>
            <a:ext cx="2533475" cy="3942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************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222A1-F61F-4719-8020-4D234E00DFD9}"/>
              </a:ext>
            </a:extLst>
          </p:cNvPr>
          <p:cNvSpPr txBox="1"/>
          <p:nvPr/>
        </p:nvSpPr>
        <p:spPr>
          <a:xfrm>
            <a:off x="4338765" y="2650321"/>
            <a:ext cx="10422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Username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9C8D00-8A33-43EF-AFE5-E9FCA75CECD7}"/>
              </a:ext>
            </a:extLst>
          </p:cNvPr>
          <p:cNvSpPr txBox="1"/>
          <p:nvPr/>
        </p:nvSpPr>
        <p:spPr>
          <a:xfrm>
            <a:off x="4338764" y="3429000"/>
            <a:ext cx="974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Password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4E9F46-BE92-4B63-AD1C-4BFA7CC9C82F}"/>
              </a:ext>
            </a:extLst>
          </p:cNvPr>
          <p:cNvSpPr/>
          <p:nvPr/>
        </p:nvSpPr>
        <p:spPr>
          <a:xfrm>
            <a:off x="4454554" y="4253218"/>
            <a:ext cx="3682662" cy="5232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 in</a:t>
            </a:r>
          </a:p>
        </p:txBody>
      </p:sp>
    </p:spTree>
    <p:extLst>
      <p:ext uri="{BB962C8B-B14F-4D97-AF65-F5344CB8AC3E}">
        <p14:creationId xmlns:p14="http://schemas.microsoft.com/office/powerpoint/2010/main" val="3977716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2D8FC5-B97B-4EFF-984F-7FFB42540408}"/>
              </a:ext>
            </a:extLst>
          </p:cNvPr>
          <p:cNvSpPr/>
          <p:nvPr/>
        </p:nvSpPr>
        <p:spPr>
          <a:xfrm>
            <a:off x="1098958" y="939567"/>
            <a:ext cx="10486238" cy="5436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35569-C6FB-4254-9ACE-68520ABB97E6}"/>
              </a:ext>
            </a:extLst>
          </p:cNvPr>
          <p:cNvSpPr txBox="1"/>
          <p:nvPr/>
        </p:nvSpPr>
        <p:spPr>
          <a:xfrm>
            <a:off x="1291970" y="1078860"/>
            <a:ext cx="246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Welcome Dr Hepworth!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82DF3-538D-44F6-99FC-602BE25E3EF2}"/>
              </a:ext>
            </a:extLst>
          </p:cNvPr>
          <p:cNvSpPr txBox="1"/>
          <p:nvPr/>
        </p:nvSpPr>
        <p:spPr>
          <a:xfrm>
            <a:off x="5177405" y="978409"/>
            <a:ext cx="2607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ACME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FABD3-24F4-45D6-9667-4E0832A6E667}"/>
              </a:ext>
            </a:extLst>
          </p:cNvPr>
          <p:cNvSpPr txBox="1"/>
          <p:nvPr/>
        </p:nvSpPr>
        <p:spPr>
          <a:xfrm>
            <a:off x="10145347" y="1078860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Sign out</a:t>
            </a:r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2EDC48B-53B8-4D76-8B0F-90A3494A61C9}"/>
              </a:ext>
            </a:extLst>
          </p:cNvPr>
          <p:cNvSpPr/>
          <p:nvPr/>
        </p:nvSpPr>
        <p:spPr>
          <a:xfrm>
            <a:off x="1501629" y="1921080"/>
            <a:ext cx="9722841" cy="4160938"/>
          </a:xfrm>
          <a:prstGeom prst="round1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A99488-B3EF-44BE-9509-C6D2C217C0F2}"/>
              </a:ext>
            </a:extLst>
          </p:cNvPr>
          <p:cNvSpPr/>
          <p:nvPr/>
        </p:nvSpPr>
        <p:spPr>
          <a:xfrm>
            <a:off x="1501630" y="1921079"/>
            <a:ext cx="9722840" cy="50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Your Courses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B34F2BA5-64E0-4590-8FC7-F9536AE44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235066"/>
              </p:ext>
            </p:extLst>
          </p:nvPr>
        </p:nvGraphicFramePr>
        <p:xfrm>
          <a:off x="2299049" y="3328642"/>
          <a:ext cx="8128000" cy="137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817093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790265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846411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78863534"/>
                    </a:ext>
                  </a:extLst>
                </a:gridCol>
              </a:tblGrid>
              <a:tr h="459744">
                <a:tc>
                  <a:txBody>
                    <a:bodyPr/>
                    <a:lstStyle/>
                    <a:p>
                      <a:r>
                        <a:rPr lang="en-US" dirty="0"/>
                        <a:t>Course Name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Teacher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Students Enrolled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90386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8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CS 162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Ammon Hepworth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 3:00-3:50 PM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4953181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800" u="sng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CS 106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Ammon Hepworth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MWF 2:00-2:50 PM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7598529"/>
                  </a:ext>
                </a:extLst>
              </a:tr>
            </a:tbl>
          </a:graphicData>
        </a:graphic>
      </p:graphicFrame>
      <p:sp>
        <p:nvSpPr>
          <p:cNvPr id="2" name="Arrow: Right 1">
            <a:extLst>
              <a:ext uri="{FF2B5EF4-FFF2-40B4-BE49-F238E27FC236}">
                <a16:creationId xmlns:a16="http://schemas.microsoft.com/office/drawing/2014/main" id="{77C85484-310D-4847-82F9-15B0356A4748}"/>
              </a:ext>
            </a:extLst>
          </p:cNvPr>
          <p:cNvSpPr/>
          <p:nvPr/>
        </p:nvSpPr>
        <p:spPr>
          <a:xfrm>
            <a:off x="1140903" y="3771229"/>
            <a:ext cx="1113252" cy="484632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856890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2D8FC5-B97B-4EFF-984F-7FFB42540408}"/>
              </a:ext>
            </a:extLst>
          </p:cNvPr>
          <p:cNvSpPr/>
          <p:nvPr/>
        </p:nvSpPr>
        <p:spPr>
          <a:xfrm>
            <a:off x="1098958" y="939567"/>
            <a:ext cx="10486238" cy="54360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35569-C6FB-4254-9ACE-68520ABB97E6}"/>
              </a:ext>
            </a:extLst>
          </p:cNvPr>
          <p:cNvSpPr txBox="1"/>
          <p:nvPr/>
        </p:nvSpPr>
        <p:spPr>
          <a:xfrm>
            <a:off x="1291970" y="1078860"/>
            <a:ext cx="246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Welcome Dr Hepworth!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82DF3-538D-44F6-99FC-602BE25E3EF2}"/>
              </a:ext>
            </a:extLst>
          </p:cNvPr>
          <p:cNvSpPr txBox="1"/>
          <p:nvPr/>
        </p:nvSpPr>
        <p:spPr>
          <a:xfrm>
            <a:off x="5177405" y="978409"/>
            <a:ext cx="2607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ACME University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FABD3-24F4-45D6-9667-4E0832A6E667}"/>
              </a:ext>
            </a:extLst>
          </p:cNvPr>
          <p:cNvSpPr txBox="1"/>
          <p:nvPr/>
        </p:nvSpPr>
        <p:spPr>
          <a:xfrm>
            <a:off x="10145347" y="1078860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Sign out</a:t>
            </a:r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2EDC48B-53B8-4D76-8B0F-90A3494A61C9}"/>
              </a:ext>
            </a:extLst>
          </p:cNvPr>
          <p:cNvSpPr/>
          <p:nvPr/>
        </p:nvSpPr>
        <p:spPr>
          <a:xfrm>
            <a:off x="1501629" y="1921080"/>
            <a:ext cx="9722841" cy="4160938"/>
          </a:xfrm>
          <a:prstGeom prst="round1Rect">
            <a:avLst>
              <a:gd name="adj" fmla="val 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A99488-B3EF-44BE-9509-C6D2C217C0F2}"/>
              </a:ext>
            </a:extLst>
          </p:cNvPr>
          <p:cNvSpPr/>
          <p:nvPr/>
        </p:nvSpPr>
        <p:spPr>
          <a:xfrm>
            <a:off x="1501630" y="1921079"/>
            <a:ext cx="9722840" cy="508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CSE 162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B34F2BA5-64E0-4590-8FC7-F9536AE44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200732"/>
              </p:ext>
            </p:extLst>
          </p:nvPr>
        </p:nvGraphicFramePr>
        <p:xfrm>
          <a:off x="3665987" y="2815989"/>
          <a:ext cx="5637403" cy="22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413">
                  <a:extLst>
                    <a:ext uri="{9D8B030D-6E8A-4147-A177-3AD203B41FA5}">
                      <a16:colId xmlns:a16="http://schemas.microsoft.com/office/drawing/2014/main" val="781709334"/>
                    </a:ext>
                  </a:extLst>
                </a:gridCol>
                <a:gridCol w="1748990">
                  <a:extLst>
                    <a:ext uri="{9D8B030D-6E8A-4147-A177-3AD203B41FA5}">
                      <a16:colId xmlns:a16="http://schemas.microsoft.com/office/drawing/2014/main" val="2984641161"/>
                    </a:ext>
                  </a:extLst>
                </a:gridCol>
              </a:tblGrid>
              <a:tr h="459744">
                <a:tc>
                  <a:txBody>
                    <a:bodyPr/>
                    <a:lstStyle/>
                    <a:p>
                      <a:r>
                        <a:rPr lang="en-US" dirty="0"/>
                        <a:t>Student Name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90386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8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Aditya </a:t>
                      </a:r>
                      <a:r>
                        <a:rPr lang="en-US" sz="1800" u="none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Ranganath</a:t>
                      </a:r>
                      <a:endParaRPr lang="en-US" sz="1800" u="none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44953181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8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Nancy Little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37598529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8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Yi Wen Chen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769718"/>
                  </a:ext>
                </a:extLst>
              </a:tr>
              <a:tr h="459744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800" u="none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John Stuart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7306602"/>
                  </a:ext>
                </a:extLst>
              </a:tr>
            </a:tbl>
          </a:graphicData>
        </a:graphic>
      </p:graphicFrame>
      <p:sp>
        <p:nvSpPr>
          <p:cNvPr id="9" name="Arrow: Right 8">
            <a:extLst>
              <a:ext uri="{FF2B5EF4-FFF2-40B4-BE49-F238E27FC236}">
                <a16:creationId xmlns:a16="http://schemas.microsoft.com/office/drawing/2014/main" id="{31D323F4-E216-4416-84CD-3735D29ABB12}"/>
              </a:ext>
            </a:extLst>
          </p:cNvPr>
          <p:cNvSpPr/>
          <p:nvPr/>
        </p:nvSpPr>
        <p:spPr>
          <a:xfrm flipH="1">
            <a:off x="9354038" y="3284667"/>
            <a:ext cx="1336333" cy="484632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Editable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C1D2AFE1-4325-43E7-90AE-D56EE294A1DD}"/>
              </a:ext>
            </a:extLst>
          </p:cNvPr>
          <p:cNvSpPr/>
          <p:nvPr/>
        </p:nvSpPr>
        <p:spPr>
          <a:xfrm flipH="1">
            <a:off x="1595618" y="2036972"/>
            <a:ext cx="518408" cy="27683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58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834F-8A2B-4260-9BC3-E0171389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an admin I can…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1963-9CD7-442F-B55C-DC2D2E123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Create, read, update, delete all data in database</a:t>
            </a:r>
          </a:p>
          <a:p>
            <a:endParaRPr lang="en-US" dirty="0"/>
          </a:p>
          <a:p>
            <a:r>
              <a:rPr lang="en-US" dirty="0"/>
              <a:t>Note: Implement an admin page with Flask-Admin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15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299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Lab 8: Student Enrollment Web App</vt:lpstr>
      <vt:lpstr>As a student I can…</vt:lpstr>
      <vt:lpstr>PowerPoint Presentation</vt:lpstr>
      <vt:lpstr>PowerPoint Presentation</vt:lpstr>
      <vt:lpstr>PowerPoint Presentation</vt:lpstr>
      <vt:lpstr>As a teacher I can…</vt:lpstr>
      <vt:lpstr>PowerPoint Presentation</vt:lpstr>
      <vt:lpstr>PowerPoint Presentation</vt:lpstr>
      <vt:lpstr>PowerPoint Presentation</vt:lpstr>
      <vt:lpstr>As an admin I can…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8: Enrollment Web App</dc:title>
  <dc:creator>Ammon Hepworth</dc:creator>
  <cp:lastModifiedBy>Ammon Hepworth</cp:lastModifiedBy>
  <cp:revision>15</cp:revision>
  <dcterms:created xsi:type="dcterms:W3CDTF">2021-10-26T22:46:40Z</dcterms:created>
  <dcterms:modified xsi:type="dcterms:W3CDTF">2024-10-25T00:04:51Z</dcterms:modified>
</cp:coreProperties>
</file>